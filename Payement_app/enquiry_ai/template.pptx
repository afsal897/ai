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_rels/presentation.xml.rels" ContentType="application/vnd.openxmlformats-package.relationships+xml"/>
  <Override PartName="/ppt/media/image1.jpeg" ContentType="image/jpeg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presProps.xml" ContentType="application/vnd.openxmlformats-officedocument.presentationml.presProps+xml"/>
  <Override PartName="/ppt/slides/_rels/slide1.xml.rels" ContentType="application/vnd.openxmlformats-package.relationships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B8B1A43D-17E4-4DA0-886C-5DF63E217D0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6FD56D1D-6FBD-4469-85A7-E63E2CF486A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E91243D9-8C72-429D-881F-3A99E4F4A20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03C31C7E-D9FD-46D5-81F1-B53EC012D8E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6A761BE7-B019-4147-B640-CDB336F7831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subTitle"/>
          </p:nvPr>
        </p:nvSpPr>
        <p:spPr>
          <a:xfrm>
            <a:off x="504000" y="226080"/>
            <a:ext cx="9072000" cy="438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64D1CD56-45E6-4024-800D-CF046CA3B4A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/>
          </p:nvPr>
        </p:nvSpPr>
        <p:spPr>
          <a:xfrm>
            <a:off x="504000" y="304452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E4BFCE60-E993-4C31-A51E-E6F408BB225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/>
          </p:nvPr>
        </p:nvSpPr>
        <p:spPr>
          <a:xfrm>
            <a:off x="5152680" y="304452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36EE3399-2031-45B8-A1ED-9402DC02226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/>
          </p:nvPr>
        </p:nvSpPr>
        <p:spPr>
          <a:xfrm>
            <a:off x="504000" y="3044520"/>
            <a:ext cx="907200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40815537-90DF-4E5F-9BC1-FA61B351F26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200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/>
          </p:nvPr>
        </p:nvSpPr>
        <p:spPr>
          <a:xfrm>
            <a:off x="504000" y="3044520"/>
            <a:ext cx="907200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8577E165-4D9E-4C20-90D4-F498B3B8EE9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504000" y="304452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1" name="PlaceHolder 5"/>
          <p:cNvSpPr>
            <a:spLocks noGrp="1"/>
          </p:cNvSpPr>
          <p:nvPr>
            <p:ph/>
          </p:nvPr>
        </p:nvSpPr>
        <p:spPr>
          <a:xfrm>
            <a:off x="5152680" y="304452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C4A659A8-05DF-44C5-9914-92C0E3A3C46E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292104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/>
          </p:nvPr>
        </p:nvSpPr>
        <p:spPr>
          <a:xfrm>
            <a:off x="3571560" y="1326600"/>
            <a:ext cx="292104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/>
          </p:nvPr>
        </p:nvSpPr>
        <p:spPr>
          <a:xfrm>
            <a:off x="6639120" y="1326600"/>
            <a:ext cx="292104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/>
          </p:nvPr>
        </p:nvSpPr>
        <p:spPr>
          <a:xfrm>
            <a:off x="504000" y="3044520"/>
            <a:ext cx="292104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/>
          </p:nvPr>
        </p:nvSpPr>
        <p:spPr>
          <a:xfrm>
            <a:off x="3571560" y="3044520"/>
            <a:ext cx="292104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/>
          </p:nvPr>
        </p:nvSpPr>
        <p:spPr>
          <a:xfrm>
            <a:off x="6639120" y="3044520"/>
            <a:ext cx="292104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33D61D54-778D-4D7B-811E-749678766BFA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Relationship Id="rId9" Type="http://schemas.openxmlformats.org/officeDocument/2006/relationships/slideLayout" Target="../slideLayouts/slideLayout7.xml"/><Relationship Id="rId10" Type="http://schemas.openxmlformats.org/officeDocument/2006/relationships/slideLayout" Target="../slideLayouts/slideLayout8.xml"/><Relationship Id="rId11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1.xml"/><Relationship Id="rId14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ftr" idx="1"/>
          </p:nvPr>
        </p:nvSpPr>
        <p:spPr>
          <a:xfrm>
            <a:off x="3447360" y="5165280"/>
            <a:ext cx="3192840" cy="388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ctr">
              <a:lnSpc>
                <a:spcPct val="100000"/>
              </a:lnSpc>
              <a:buNone/>
              <a:defRPr b="0" lang="en-IN" sz="1400" spc="-1" strike="noStrike">
                <a:latin typeface="Times New Roman"/>
              </a:defRPr>
            </a:lvl1pPr>
          </a:lstStyle>
          <a:p>
            <a:pPr algn="ctr">
              <a:lnSpc>
                <a:spcPct val="100000"/>
              </a:lnSpc>
              <a:buNone/>
            </a:pPr>
            <a:r>
              <a:rPr b="0" lang="en-IN" sz="1400" spc="-1" strike="noStrike">
                <a:latin typeface="Times New Roman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sldNum" idx="2"/>
          </p:nvPr>
        </p:nvSpPr>
        <p:spPr>
          <a:xfrm>
            <a:off x="7227360" y="5165280"/>
            <a:ext cx="2346120" cy="388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lnSpc>
                <a:spcPct val="100000"/>
              </a:lnSpc>
              <a:buNone/>
              <a:defRPr b="0" lang="en-IN" sz="14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0BCC970B-6EDA-4BAA-A903-0C157D1459B3}" type="slidenum">
              <a:rPr b="0" lang="en-IN" sz="1400" spc="-1" strike="noStrike">
                <a:latin typeface="Times New Roman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3"/>
          </p:nvPr>
        </p:nvSpPr>
        <p:spPr>
          <a:xfrm>
            <a:off x="504000" y="5165280"/>
            <a:ext cx="2346120" cy="388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>
              <a:defRPr b="0" lang="en-IN" sz="1400" spc="-1" strike="noStrike">
                <a:latin typeface="Times New Roman"/>
              </a:defRPr>
            </a:lvl1pPr>
          </a:lstStyle>
          <a:p>
            <a:r>
              <a:rPr b="0" lang="en-IN" sz="1400" spc="-1" strike="noStrike">
                <a:latin typeface="Times New Roman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650520" y="1980000"/>
            <a:ext cx="9069480" cy="944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subTitle"/>
          </p:nvPr>
        </p:nvSpPr>
        <p:spPr>
          <a:xfrm>
            <a:off x="650520" y="3553920"/>
            <a:ext cx="9069480" cy="166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2025-09-25T10:49:23Z</dcterms:created>
  <dc:creator/>
  <dc:description/>
  <dc:language>en-IN</dc:language>
  <cp:lastModifiedBy/>
  <dcterms:modified xsi:type="dcterms:W3CDTF">2025-09-30T15:23:51Z</dcterms:modified>
  <cp:revision>7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